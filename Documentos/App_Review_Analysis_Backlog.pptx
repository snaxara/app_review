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53518-727B-4069-B4CC-331B61A4560F}" v="3" dt="2025-12-01T16:33:24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C1C5CE-1590-C4E7-5F7F-05CEEDFE5DB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992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Conteúdo Interno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 Review Analysis and Backlog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analysis of customer feedback and development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Positive Reviews: 82 (27.24%)</a:t>
            </a:r>
          </a:p>
          <a:p>
            <a:r>
              <a:rPr dirty="0"/>
              <a:t>Negative Reviews: 219 (72.76%)</a:t>
            </a:r>
            <a:endParaRPr lang="pt-BR" dirty="0"/>
          </a:p>
          <a:p>
            <a:endParaRPr lang="pt-BR" dirty="0"/>
          </a:p>
          <a:p>
            <a:r>
              <a:rPr lang="pt-BR" dirty="0"/>
              <a:t>Ponderada:</a:t>
            </a:r>
          </a:p>
          <a:p>
            <a:r>
              <a:rPr lang="en-US" dirty="0"/>
              <a:t>Positive Reviews: 1.200 (65.00%)</a:t>
            </a:r>
          </a:p>
          <a:p>
            <a:r>
              <a:rPr lang="en-US" dirty="0"/>
              <a:t>Negative Reviews: 650  (35.00%)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Categorized Reviews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5EB16F-BC73-70FA-456B-5E95167F3F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'não funciona'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- 45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'problema com o'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- 38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'muito bom'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- 32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'funciona muito bem'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- 28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'não abre'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- 26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'app trava'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- 22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'muito lento'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- 20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'erro ao'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- 18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'não carrega'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- 15 ocorrências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'congela constantemente'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- 12 ocorrências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Development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Problemas de IU: 91 reviews</a:t>
            </a:r>
          </a:p>
          <a:p>
            <a:r>
              <a:t>Outros detalhado: 74 reviews</a:t>
            </a:r>
          </a:p>
          <a:p>
            <a:r>
              <a:t>Multa: 28 reviews</a:t>
            </a:r>
          </a:p>
          <a:p>
            <a:r>
              <a:t>Não funciona: 25 reviews</a:t>
            </a:r>
          </a:p>
          <a:p>
            <a:r>
              <a:t>Pedágio: 20 reviews</a:t>
            </a:r>
          </a:p>
          <a:p>
            <a:r>
              <a:t>Problemas de pagamento: 18 reviews</a:t>
            </a:r>
          </a:p>
          <a:p>
            <a:r>
              <a:t>Sistema e Operações: 18 reviews</a:t>
            </a:r>
          </a:p>
          <a:p>
            <a:r>
              <a:t>Problemas de conta: 7 reviews</a:t>
            </a:r>
          </a:p>
          <a:p>
            <a:r>
              <a:t>Pagamento: 5 reviews</a:t>
            </a:r>
          </a:p>
          <a:p>
            <a:r>
              <a:t>Login e acesso: 4 reviews</a:t>
            </a:r>
          </a:p>
          <a:p>
            <a:r>
              <a:t>Questões geográficas: 4 reviews</a:t>
            </a:r>
          </a:p>
          <a:p>
            <a:r>
              <a:t>Colidir: 4 reviews</a:t>
            </a:r>
          </a:p>
          <a:p>
            <a:r>
              <a:t>Problemas de conexão: 2 reviews</a:t>
            </a:r>
          </a:p>
          <a:p>
            <a:r>
              <a:t>Placas e Veículos: 1 reviews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32A2B81-61E4-C421-8192-B2475C9B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b="1" dirty="0"/>
              <a:t>Prioridade Alta:</a:t>
            </a:r>
          </a:p>
          <a:p>
            <a:r>
              <a:rPr lang="pt-BR" dirty="0"/>
              <a:t>Essas atividades devem ser tratadas com urgência, pois impactam diretamente a experiência do usuário e estão relacionadas a funcionalidades básicas do aplicativo.</a:t>
            </a:r>
          </a:p>
          <a:p>
            <a:pPr>
              <a:buFont typeface="+mj-lt"/>
              <a:buAutoNum type="arabicPeriod"/>
            </a:pPr>
            <a:endParaRPr lang="pt-BR" b="1" dirty="0"/>
          </a:p>
          <a:p>
            <a:pPr>
              <a:buFont typeface="+mj-lt"/>
              <a:buAutoNum type="arabicPeriod"/>
            </a:pPr>
            <a:r>
              <a:rPr lang="pt-BR" b="1" dirty="0"/>
              <a:t>Problemas de Funcionamento Geral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Atividade:</a:t>
            </a:r>
            <a:r>
              <a:rPr lang="pt-BR" dirty="0"/>
              <a:t> Revisar a estabilidade do aplicativo, identificar e resolver travamentos e problemas críticos de funcionamento.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Motivo:</a:t>
            </a:r>
            <a:r>
              <a:rPr lang="pt-BR" dirty="0"/>
              <a:t> Muitos relatos de que o app "não funciona" ou "trava", o que causa uma experiência frustrante.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Não funciona, Travamento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Lentidão e Desempenho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Atividade:</a:t>
            </a:r>
            <a:r>
              <a:rPr lang="pt-BR" dirty="0"/>
              <a:t> Otimizar a performance e o tempo de resposta do app, melhorando a velocidade e o uso de recursos.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Motivo:</a:t>
            </a:r>
            <a:r>
              <a:rPr lang="pt-BR" dirty="0"/>
              <a:t> Problemas de lentidão afetam diretamente a satisfação do usuário e a usabilidade.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Desempenho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Congelamento do Aplicativo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Atividade:</a:t>
            </a:r>
            <a:r>
              <a:rPr lang="pt-BR" dirty="0"/>
              <a:t> Corrigir os casos de congelamento, garantindo que o app não trave ou pare de responder durante o uso.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Motivo:</a:t>
            </a:r>
            <a:r>
              <a:rPr lang="pt-BR" dirty="0"/>
              <a:t> Congelamentos frequentes são mencionados, o que afeta gravemente a usabilidade.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Congelamento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Problemas de Pagamentos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Atividade:</a:t>
            </a:r>
            <a:r>
              <a:rPr lang="pt-BR" dirty="0"/>
              <a:t> Garantir a correção de erros no sistema de pagamentos, evitando cobranças incorretas e facilitando o processo de pagamento.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/>
              <a:t>Motivo:</a:t>
            </a:r>
            <a:r>
              <a:rPr lang="pt-BR" dirty="0"/>
              <a:t> Erros em pagamentos podem gerar perda de confiança e cancelamentos.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Problemas de Pagamento</a:t>
            </a:r>
          </a:p>
          <a:p>
            <a:endParaRPr lang="pt-BR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4BBE65D8-2435-6829-B405-BEDE6D12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Backlog</a:t>
            </a:r>
          </a:p>
        </p:txBody>
      </p:sp>
    </p:spTree>
    <p:extLst>
      <p:ext uri="{BB962C8B-B14F-4D97-AF65-F5344CB8AC3E}">
        <p14:creationId xmlns:p14="http://schemas.microsoft.com/office/powerpoint/2010/main" val="18383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32A2B81-61E4-C421-8192-B2475C9B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b="1" dirty="0"/>
              <a:t>Prioridade Média:</a:t>
            </a:r>
          </a:p>
          <a:p>
            <a:r>
              <a:rPr lang="pt-BR" dirty="0"/>
              <a:t>Esses itens também são importantes, mas podem ser resolvidos após os problemas críticos de funcionamento e desempenho.</a:t>
            </a:r>
          </a:p>
          <a:p>
            <a:endParaRPr lang="pt-BR" dirty="0"/>
          </a:p>
          <a:p>
            <a:pPr>
              <a:buFont typeface="+mj-lt"/>
              <a:buAutoNum type="arabicPeriod" startAt="5"/>
            </a:pPr>
            <a:r>
              <a:rPr lang="pt-BR" b="1" dirty="0"/>
              <a:t>Erro ao Realizar Ações Específicas</a:t>
            </a:r>
            <a:endParaRPr lang="pt-BR" dirty="0"/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Atividade:</a:t>
            </a:r>
            <a:r>
              <a:rPr lang="pt-BR" dirty="0"/>
              <a:t> Investigar os erros que ocorrem ao realizar certas ações, corrigindo fluxos problemáticos e garantindo uma navegação sem erros.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Motivo:</a:t>
            </a:r>
            <a:r>
              <a:rPr lang="pt-BR" dirty="0"/>
              <a:t> Relatos de erros frequentes, mas em situações mais pontuais.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Erro ao</a:t>
            </a:r>
          </a:p>
          <a:p>
            <a:pPr>
              <a:buFont typeface="+mj-lt"/>
              <a:buAutoNum type="arabicPeriod" startAt="5"/>
            </a:pPr>
            <a:r>
              <a:rPr lang="pt-BR" b="1" dirty="0"/>
              <a:t>Problemas de Conectividade</a:t>
            </a:r>
            <a:endParaRPr lang="pt-BR" dirty="0"/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Atividade:</a:t>
            </a:r>
            <a:r>
              <a:rPr lang="pt-BR" dirty="0"/>
              <a:t> Melhorar a estabilidade da conexão com o servidor e implementar melhores mecanismos de reconexão.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Motivo:</a:t>
            </a:r>
            <a:r>
              <a:rPr lang="pt-BR" dirty="0"/>
              <a:t> Conectividade intermitente pode comprometer a usabilidade em áreas de baixa cobertura.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Problemas de Conexão</a:t>
            </a:r>
          </a:p>
          <a:p>
            <a:pPr>
              <a:buFont typeface="+mj-lt"/>
              <a:buAutoNum type="arabicPeriod" startAt="5"/>
            </a:pPr>
            <a:r>
              <a:rPr lang="pt-BR" b="1" dirty="0"/>
              <a:t>Problemas de Interface do Usuário (UI)</a:t>
            </a:r>
            <a:endParaRPr lang="pt-BR" dirty="0"/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Atividade:</a:t>
            </a:r>
            <a:r>
              <a:rPr lang="pt-BR" dirty="0"/>
              <a:t> Ajustar a interface para torná-la mais intuitiva e corrigir bugs relacionados a botões que não funcionam.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Motivo:</a:t>
            </a:r>
            <a:r>
              <a:rPr lang="pt-BR" dirty="0"/>
              <a:t> Problemas de IU podem gerar insatisfação, dificultando a navegação.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Problemas de IU</a:t>
            </a:r>
          </a:p>
          <a:p>
            <a:pPr>
              <a:buFont typeface="+mj-lt"/>
              <a:buAutoNum type="arabicPeriod" startAt="5"/>
            </a:pPr>
            <a:r>
              <a:rPr lang="pt-BR" b="1" dirty="0"/>
              <a:t>Problemas com Login e Acesso</a:t>
            </a:r>
            <a:endParaRPr lang="pt-BR" dirty="0"/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Atividade:</a:t>
            </a:r>
            <a:r>
              <a:rPr lang="pt-BR" dirty="0"/>
              <a:t> Revisar e melhorar o sistema de login e autenticação (incluindo métodos como Face ID e Touch ID).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Motivo:</a:t>
            </a:r>
            <a:r>
              <a:rPr lang="pt-BR" dirty="0"/>
              <a:t> Dificuldades de login podem impedir o uso do aplicativo, especialmente para novos usuários.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Login e Acesso</a:t>
            </a:r>
          </a:p>
          <a:p>
            <a:pPr>
              <a:buFont typeface="+mj-lt"/>
              <a:buAutoNum type="arabicPeriod" startAt="5"/>
            </a:pPr>
            <a:r>
              <a:rPr lang="pt-BR" b="1" dirty="0"/>
              <a:t>Notificações de Erro Melhoradas</a:t>
            </a:r>
            <a:endParaRPr lang="pt-BR" dirty="0"/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Atividade:</a:t>
            </a:r>
            <a:r>
              <a:rPr lang="pt-BR" dirty="0"/>
              <a:t> Melhorar as mensagens de erro, tornando-as mais claras e oferecendo instruções úteis para os usuários.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/>
              <a:t>Motivo:</a:t>
            </a:r>
            <a:r>
              <a:rPr lang="pt-BR" dirty="0"/>
              <a:t> Mensagens de erro confusas dificultam a resolução de problemas pelo próprio usuário.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pt-BR" b="1" dirty="0" err="1"/>
              <a:t>Tag</a:t>
            </a:r>
            <a:r>
              <a:rPr lang="pt-BR" b="1" dirty="0"/>
              <a:t> associada:</a:t>
            </a:r>
            <a:r>
              <a:rPr lang="pt-BR" dirty="0"/>
              <a:t> Problemas Gerais</a:t>
            </a:r>
          </a:p>
          <a:p>
            <a:endParaRPr lang="pt-BR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4BBE65D8-2435-6829-B405-BEDE6D12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Backlog</a:t>
            </a:r>
          </a:p>
        </p:txBody>
      </p:sp>
    </p:spTree>
    <p:extLst>
      <p:ext uri="{BB962C8B-B14F-4D97-AF65-F5344CB8AC3E}">
        <p14:creationId xmlns:p14="http://schemas.microsoft.com/office/powerpoint/2010/main" val="4149267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32A2B81-61E4-C421-8192-B2475C9B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200" b="1" dirty="0"/>
              <a:t>Prioridade Baixa:</a:t>
            </a:r>
          </a:p>
          <a:p>
            <a:r>
              <a:rPr lang="pt-BR" sz="1200" dirty="0"/>
              <a:t>Esses itens podem ser tratados após as correções críticas e melhorias de experiência.</a:t>
            </a:r>
          </a:p>
          <a:p>
            <a:pPr>
              <a:buFont typeface="+mj-lt"/>
              <a:buAutoNum type="arabicPeriod" startAt="10"/>
            </a:pPr>
            <a:r>
              <a:rPr lang="pt-BR" sz="1200" b="1" dirty="0"/>
              <a:t>Sugestões de Melhorias Gerais</a:t>
            </a:r>
            <a:endParaRPr lang="pt-BR" sz="1200" dirty="0"/>
          </a:p>
          <a:p>
            <a:pPr marL="742950" lvl="1" indent="-285750">
              <a:buFont typeface="+mj-lt"/>
              <a:buAutoNum type="arabicPeriod" startAt="10"/>
            </a:pPr>
            <a:r>
              <a:rPr lang="pt-BR" sz="1200" b="1" dirty="0"/>
              <a:t>Atividade:</a:t>
            </a:r>
            <a:r>
              <a:rPr lang="pt-BR" sz="1200" dirty="0"/>
              <a:t> Analisar as sugestões dos usuários e priorizar funcionalidades adicionais ou ajustes na interface.</a:t>
            </a:r>
          </a:p>
          <a:p>
            <a:pPr marL="742950" lvl="1" indent="-285750">
              <a:buFont typeface="+mj-lt"/>
              <a:buAutoNum type="arabicPeriod" startAt="10"/>
            </a:pPr>
            <a:r>
              <a:rPr lang="pt-BR" sz="1200" b="1" dirty="0"/>
              <a:t>Motivo:</a:t>
            </a:r>
            <a:r>
              <a:rPr lang="pt-BR" sz="1200" dirty="0"/>
              <a:t> As sugestões são importantes, mas não representam falhas críticas no app.</a:t>
            </a:r>
          </a:p>
          <a:p>
            <a:pPr marL="742950" lvl="1" indent="-285750">
              <a:buFont typeface="+mj-lt"/>
              <a:buAutoNum type="arabicPeriod" startAt="10"/>
            </a:pPr>
            <a:r>
              <a:rPr lang="pt-BR" sz="1200" b="1" dirty="0" err="1"/>
              <a:t>Tag</a:t>
            </a:r>
            <a:r>
              <a:rPr lang="pt-BR" sz="1200" b="1" dirty="0"/>
              <a:t> associada:</a:t>
            </a:r>
            <a:r>
              <a:rPr lang="pt-BR" sz="1200" dirty="0"/>
              <a:t> Sugestões</a:t>
            </a:r>
          </a:p>
          <a:p>
            <a:endParaRPr lang="pt-BR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4BBE65D8-2435-6829-B405-BEDE6D12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Backlog</a:t>
            </a:r>
          </a:p>
        </p:txBody>
      </p:sp>
    </p:spTree>
    <p:extLst>
      <p:ext uri="{BB962C8B-B14F-4D97-AF65-F5344CB8AC3E}">
        <p14:creationId xmlns:p14="http://schemas.microsoft.com/office/powerpoint/2010/main" val="134615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6AE8FCB93F5A448A8777AB05943ACD" ma:contentTypeVersion="3" ma:contentTypeDescription="Crie um novo documento." ma:contentTypeScope="" ma:versionID="c04f5db26e391338cccd087968ad46ca">
  <xsd:schema xmlns:xsd="http://www.w3.org/2001/XMLSchema" xmlns:xs="http://www.w3.org/2001/XMLSchema" xmlns:p="http://schemas.microsoft.com/office/2006/metadata/properties" xmlns:ns2="c7eb21be-c8ea-4d91-9154-3ce60fc336e7" targetNamespace="http://schemas.microsoft.com/office/2006/metadata/properties" ma:root="true" ma:fieldsID="f269a8b27488d7d8b0d41f06f0a7271a" ns2:_="">
    <xsd:import namespace="c7eb21be-c8ea-4d91-9154-3ce60fc33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b21be-c8ea-4d91-9154-3ce60fc336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E97226-1528-4850-A109-D179BCB4C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eb21be-c8ea-4d91-9154-3ce60fc336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B45A72-0CD4-4175-B152-B62FC59420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25FDF0-81D7-4864-81CC-546E5F3E6FCC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c7eb21be-c8ea-4d91-9154-3ce60fc336e7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82f8ba2e-e556-4931-b5c8-1c162999bc23}" enabled="1" method="Standard" siteId="{87543db4-df13-4f35-995f-057e7aa9943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698</Words>
  <Application>Microsoft Office PowerPoint</Application>
  <PresentationFormat>Apresentação na tela (4:3)</PresentationFormat>
  <Paragraphs>86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App Review Analysis and Backlog</vt:lpstr>
      <vt:lpstr>Sentiment Analysis</vt:lpstr>
      <vt:lpstr>Categorized Reviews</vt:lpstr>
      <vt:lpstr>Development Backlog</vt:lpstr>
      <vt:lpstr>Backlog</vt:lpstr>
      <vt:lpstr>Backlog</vt:lpstr>
      <vt:lpstr>Backlog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Simone Rossetti Nobre Naxara</dc:creator>
  <cp:keywords/>
  <dc:description>generated using python-pptx</dc:description>
  <cp:lastModifiedBy>Simone Rossetti Nobre Naxara</cp:lastModifiedBy>
  <cp:revision>5</cp:revision>
  <dcterms:created xsi:type="dcterms:W3CDTF">2013-01-27T09:14:16Z</dcterms:created>
  <dcterms:modified xsi:type="dcterms:W3CDTF">2025-12-01T16:33:24Z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0x010100526AE8FCB93F5A448A8777AB05943ACD</vt:lpwstr>
  </property>
  <property fmtid="{D5CDD505-2E9C-101B-9397-08002B2CF9AE}" pid="3" name="ClassificationContentMarkingFooterLocations">
    <vt:lpwstr>Office Theme:8</vt:lpwstr>
  </property>
  <property fmtid="{D5CDD505-2E9C-101B-9397-08002B2CF9AE}" pid="4" name="ClassificationContentMarkingFooterText">
    <vt:lpwstr>Conteúdo Interno</vt:lpwstr>
  </property>
</Properties>
</file>